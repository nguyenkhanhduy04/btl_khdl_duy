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HỆ THỐNG DỰ ĐOÁN DOANH THU BÁN HÀNG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Dự báo doanh thu bán hàng bằng Machine Learning nhằm tối ưu tồn kho, nhân sự và kế hoạch kinh doanh.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Dự báo doanh thu</a:t>
            </a:r>
          </a:p>
          <a:p>
            <a:r>
              <a:t>• Phân tích dữ liệu bán hàng</a:t>
            </a:r>
          </a:p>
          <a:p>
            <a:r>
              <a:t>• Xây dựng mô hình XGBoost</a:t>
            </a:r>
          </a:p>
          <a:p>
            <a:r>
              <a:t>• Đánh giá độ chính xác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Cơ sở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 Series Forecasting</a:t>
            </a:r>
          </a:p>
          <a:p>
            <a:r>
              <a:t>• Supervised Learning</a:t>
            </a:r>
          </a:p>
          <a:p>
            <a:r>
              <a:t>• Ensemble Learning</a:t>
            </a:r>
          </a:p>
          <a:p>
            <a:r>
              <a:t>• XGBoost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toán chuỗi thời gian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Các thành phần: Trend, Seasonality, Cyclical,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Thuật toán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Boosting tuần tự, hiệu quả cao với dữ liệu bảng, chống overfitting, xử lý dữ liệu lớn.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cụ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Jupyter Notebook, Pandas, NumPy, Matplotlib, Seaborn, Scikit-Learn, XGBoost.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Bộ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Sales - Time Series Forecasting (Corporación Favorita, Ecuador).</a:t>
            </a:r>
          </a:p>
          <a:p>
            <a:r>
              <a:t>Các thuộc tính: date, store_nbr, family, sales, onpromotion.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tích dữ liệu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Xu hướng doanh thu tăng</a:t>
            </a:r>
          </a:p>
          <a:p>
            <a:r>
              <a:t>• Doanh thu cao cuối tuần</a:t>
            </a:r>
          </a:p>
          <a:p>
            <a:r>
              <a:t>• Khuyến mãi ảnh hưởng tích cực</a:t>
            </a:r>
          </a:p>
          <a:p>
            <a:r>
              <a:t>• Phân phối lệch phải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Tiền xử lý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Chuyển đổi ngày tháng, sắp xếp thời gian, tạo đặc trưng year/month/day/day_of_week/is_weekend.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Xây dựng mô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Chia Train/Test theo thời gian.</a:t>
            </a:r>
          </a:p>
          <a:p>
            <a:r>
              <a:t>Huấn luyện XGBRegressor với n_estimators=150, max_depth=7.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Đánh giá mô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MAE = 311.91</a:t>
            </a:r>
          </a:p>
          <a:p>
            <a:r>
              <a:t>RMSE = 802.85</a:t>
            </a:r>
          </a:p>
          <a:p>
            <a:r>
              <a:t>Mô hình đạt độ chính xác tốt.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thực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Đường dự báo bám sát doanh thu thực tế.</a:t>
            </a:r>
          </a:p>
          <a:p>
            <a:r>
              <a:t>Nhận diện tốt đỉnh và đáy doanh thu.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Ứng dụng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Tối ưu tồn kho, chuỗi cung ứng, nhân sự và kế hoạch kinh doanh.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Nâng cấp bằng LSTM/Prophet, bổ sung dữ liệu ngoài, xây dựng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</Words>
  <Application>Microsoft Office PowerPoint</Application>
  <PresentationFormat>On-screen Show (4:3)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HỆ THỐNG DỰ ĐOÁN DOANH THU BÁN HÀNG</vt:lpstr>
      <vt:lpstr>Giới thiệu đề tài</vt:lpstr>
      <vt:lpstr>Mục tiêu nghiên cứu</vt:lpstr>
      <vt:lpstr>Cơ sở lý thuyết</vt:lpstr>
      <vt:lpstr>Bài toán chuỗi thời gian</vt:lpstr>
      <vt:lpstr>Thuật toán XGBoost</vt:lpstr>
      <vt:lpstr>Công cụ sử dụng</vt:lpstr>
      <vt:lpstr>Bộ dữ liệu</vt:lpstr>
      <vt:lpstr>Phân tích dữ liệu EDA</vt:lpstr>
      <vt:lpstr>Tiền xử lý dữ liệu</vt:lpstr>
      <vt:lpstr>Xây dựng mô hình</vt:lpstr>
      <vt:lpstr>Đánh giá mô hình</vt:lpstr>
      <vt:lpstr>Kết quả thực nghiệm</vt:lpstr>
      <vt:lpstr>Ứng dụng thực tế</vt:lpstr>
      <vt:lpstr>Kết luận &amp; Hướng phát triển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Duy Nguyễn</dc:creator>
  <cp:keywords/>
  <dc:description>generated using python-pptx</dc:description>
  <cp:lastModifiedBy>Duy Nguyễn</cp:lastModifiedBy>
  <cp:revision>2</cp:revision>
  <dcterms:created xsi:type="dcterms:W3CDTF">2013-01-27T09:14:16Z</dcterms:created>
  <dcterms:modified xsi:type="dcterms:W3CDTF">2026-06-20T16:25:36Z</dcterms:modified>
  <cp:category/>
</cp:coreProperties>
</file>